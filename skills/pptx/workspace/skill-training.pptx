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04667" y="2273350"/>
            <a:ext cx="1334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86076" y="2552700"/>
            <a:ext cx="991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更懂你的业务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911947" y="2727275"/>
            <a:ext cx="1346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面向产品经理的技能科普培训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262546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Skill？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80315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000" y="1825526"/>
            <a:ext cx="7874050" cy="126950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5813" y="1825526"/>
            <a:ext cx="0" cy="1269504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3526" y="2079427"/>
            <a:ext cx="7464996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是包含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指令、脚本和资源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的文件夹，Claude 会动态加载这些内容以提升专业任务的性能。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48930"/>
            <a:ext cx="80315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就像是给 AI 配备的"专业技能包"，让 Claude 能够：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805982"/>
            <a:ext cx="7874050" cy="8382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遵循特定的业务流程和规范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使用专门的工具和模板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保持一致的风格和标准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理解行业特定的术语和概念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3454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 Skill？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79450"/>
            <a:ext cx="2371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产品经理的痛点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450" y="1536650"/>
            <a:ext cx="2325142" cy="7009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17500" y="1536650"/>
            <a:ext cx="0" cy="700980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950" y="1689050"/>
            <a:ext cx="202188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每次都要重复解释业务规范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8450" y="2364581"/>
            <a:ext cx="2325142" cy="7009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7500" y="2364581"/>
            <a:ext cx="0" cy="700980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950" y="2516981"/>
            <a:ext cx="202188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❌输出格式不统一，需要反复调整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450" y="3192512"/>
            <a:ext cx="2325142" cy="7009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17500" y="3192512"/>
            <a:ext cx="0" cy="700980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950" y="3344912"/>
            <a:ext cx="202188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❌AI 不了解公司特定的工作流程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8450" y="4020443"/>
            <a:ext cx="2325142" cy="7009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17500" y="4020443"/>
            <a:ext cx="0" cy="700980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8950" y="4172843"/>
            <a:ext cx="202188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❌无法保证品牌风格的一致性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41043" y="1079450"/>
            <a:ext cx="23717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Skill 的解决方案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41043" y="1536650"/>
            <a:ext cx="2325291" cy="50289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360093" y="1536650"/>
            <a:ext cx="0" cy="50289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1543" y="1689050"/>
            <a:ext cx="202203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✓一次性定义，永久复用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41043" y="2166491"/>
            <a:ext cx="2325291" cy="50289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60093" y="2166491"/>
            <a:ext cx="0" cy="50289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1543" y="2318891"/>
            <a:ext cx="202203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✓标准化输出格式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41043" y="2796332"/>
            <a:ext cx="2325291" cy="50289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0093" y="2796332"/>
            <a:ext cx="0" cy="50289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1543" y="2948732"/>
            <a:ext cx="202203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✓内置业务流程知识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41043" y="3426172"/>
            <a:ext cx="2325291" cy="50289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360093" y="3426172"/>
            <a:ext cx="0" cy="50289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1543" y="3578572"/>
            <a:ext cx="202203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✓保持品牌风格一致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30398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的应用场景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888950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726" y="949226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726" y="1190476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文档创建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726" y="1365052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按照品牌规范创建 PRD、需求文档、用户手册等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98450" y="1564928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8726" y="1625203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726" y="1866454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726" y="2041029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使用特定工作流程分析用户数据、行为指标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98450" y="2240905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726" y="2301180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726" y="2542431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品牌管理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726" y="2717006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确保所有输出符合公司品牌指南和视觉规范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98450" y="2916882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8726" y="2977158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726" y="3218408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流程自动化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726" y="3392984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自动化重复性任务，如周报生成、数据汇总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8450" y="3592860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8726" y="3653135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726" y="3894386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沟通协作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726" y="4068961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生成标准化的邮件、公告、产品更新通知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98450" y="4268837"/>
            <a:ext cx="4159151" cy="625227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8726" y="4329113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726" y="4570363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726" y="4744938"/>
            <a:ext cx="4119372" cy="8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按照测试框架生成测试用例和验证脚本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30398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的核心价值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2455366" cy="349255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6425" y="1396901"/>
            <a:ext cx="198651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96425" y="2387501"/>
            <a:ext cx="19865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提升效率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425" y="2892326"/>
            <a:ext cx="19865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减少重复沟通，快速生成符合标准的成果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1267" y="1143000"/>
            <a:ext cx="2455515" cy="349255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05691" y="1396901"/>
            <a:ext cx="198666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705691" y="2387501"/>
            <a:ext cx="19866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保证质量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5691" y="2892326"/>
            <a:ext cx="19866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标准化输出，避免人为错误和遗漏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0683" y="1143000"/>
            <a:ext cx="2455366" cy="349255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15108" y="1396901"/>
            <a:ext cx="198651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15108" y="2387501"/>
            <a:ext cx="19865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精准定制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15108" y="2892326"/>
            <a:ext cx="19865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针对特定业务场景和需求定制 AI 行为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22110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的结构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914400"/>
            <a:ext cx="39255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文件结构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8450" y="1133475"/>
            <a:ext cx="3848546" cy="1492002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376" y="1206401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my-skill/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1376" y="1475631"/>
            <a:ext cx="3776749" cy="14228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必需：指令和元数据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1376" y="1744861"/>
            <a:ext cx="3776749" cy="14228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可选：Python/Bash 脚本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1376" y="2014091"/>
            <a:ext cx="3776749" cy="14228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可选：参考文档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1376" y="2283321"/>
            <a:ext cx="3776749" cy="14228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可选：模板、图标、字体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8450" y="2879378"/>
            <a:ext cx="39255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格式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8450" y="3098453"/>
            <a:ext cx="3848546" cy="1761232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1376" y="317137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1376" y="344060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my-skill-name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1376" y="370983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清晰描述技能功能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1376" y="397906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1376" y="424829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技能标题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1376" y="4517529"/>
            <a:ext cx="3776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[详细指令内容...]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38688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创建你的第一个 Skill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6902" y="1238250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700" y="1143000"/>
            <a:ext cx="46532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确定场景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9700" y="1558826"/>
            <a:ext cx="465326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选择一个重复性高、标准明确的任务（如 PRD 文档生成）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206171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6902" y="2156966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9700" y="2061716"/>
            <a:ext cx="46532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创建文件夹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09700" y="2477542"/>
            <a:ext cx="465326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新建文件夹，命名为你的技能名称（如 prd-generator）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298043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6902" y="3075682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2980432"/>
            <a:ext cx="46532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 SKILL.md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09700" y="3396258"/>
            <a:ext cx="465326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定义技能名称、描述和详细指令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389914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6902" y="399439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9700" y="3899148"/>
            <a:ext cx="46532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测试优化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09700" y="4314974"/>
            <a:ext cx="465326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在实际场景中测试，根据反馈持续改进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165785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79450"/>
            <a:ext cx="2753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推荐做法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8450" y="1473101"/>
            <a:ext cx="2699593" cy="831354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7975" y="1473101"/>
            <a:ext cx="0" cy="831354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451" y="1600051"/>
            <a:ext cx="2475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保持简洁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4451" y="1873002"/>
            <a:ext cx="2475175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只包含 Claude 真正需要的上下文，避免冗余信息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50" y="2405955"/>
            <a:ext cx="2699593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7975" y="2405955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451" y="2532906"/>
            <a:ext cx="2475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提供示例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4451" y="2805857"/>
            <a:ext cx="247517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使用具体示例说明期望的输出格式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8450" y="3186559"/>
            <a:ext cx="2699593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07975" y="3186559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451" y="3313509"/>
            <a:ext cx="2475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模块化设计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4451" y="3586460"/>
            <a:ext cx="247517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每个技能专注单一职责，便于复用和维护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450" y="3967163"/>
            <a:ext cx="2699593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7975" y="3967163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451" y="4094113"/>
            <a:ext cx="2475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4451" y="4367064"/>
            <a:ext cx="247517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根据使用反馈不断优化指令内容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88544" y="1079450"/>
            <a:ext cx="27537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避免陷阱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88544" y="1473101"/>
            <a:ext cx="2699742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98069" y="1473101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4544" y="1600051"/>
            <a:ext cx="24753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过度复杂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34544" y="1873002"/>
            <a:ext cx="24753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不要在一个技能中塞入过多功能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88544" y="2253704"/>
            <a:ext cx="2699742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598069" y="2253704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4544" y="2380655"/>
            <a:ext cx="24753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缺少约束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34544" y="2653605"/>
            <a:ext cx="24753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明确边界条件，避免 AI 输出偏离需求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88544" y="3034308"/>
            <a:ext cx="2699742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598069" y="3034308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4544" y="3161258"/>
            <a:ext cx="24753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忽略测试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34544" y="3434209"/>
            <a:ext cx="24753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务必在实际场景中验证技能效果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88544" y="3814911"/>
            <a:ext cx="2699742" cy="67910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598069" y="3814911"/>
            <a:ext cx="0" cy="679103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4544" y="3941862"/>
            <a:ext cx="24753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一成不变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34544" y="4214813"/>
            <a:ext cx="24753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定期审视和更新技能内容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5250"/>
            <a:ext cx="33157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总结和下一步行动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76200" cy="4381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79450"/>
            <a:ext cx="8001149" cy="1197173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17500" y="1079450"/>
            <a:ext cx="0" cy="1197173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7050" y="1269950"/>
            <a:ext cx="77336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核心要点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7050" y="1657201"/>
            <a:ext cx="7733690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是让 AI 专业化、定制化的强大工具。通过定义清晰的指令和流程，产品经理可以让 Claude 更好地理解业务需求，输出更高质量的成果。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50" y="2467124"/>
            <a:ext cx="2540050" cy="1690688"/>
          </a:xfrm>
          <a:prstGeom prst="rect">
            <a:avLst/>
          </a:prstGeom>
          <a:solidFill>
            <a:srgbClr val="F8F9FA"/>
          </a:solidFill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6791" y="2676674"/>
            <a:ext cx="21633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86791" y="3244900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立即开始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791" y="3613100"/>
            <a:ext cx="2163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从简单的重复性任务入手，创建你的第一个 Skill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467124"/>
            <a:ext cx="2540050" cy="1690688"/>
          </a:xfrm>
          <a:prstGeom prst="rect">
            <a:avLst/>
          </a:prstGeom>
          <a:solidFill>
            <a:srgbClr val="F8F9FA"/>
          </a:solidFill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7341" y="2676674"/>
            <a:ext cx="21633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17341" y="3244900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深入学习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7341" y="3613100"/>
            <a:ext cx="2163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agentskills.io 了解更多技术细节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59550" y="2467124"/>
            <a:ext cx="2540050" cy="1690688"/>
          </a:xfrm>
          <a:prstGeom prst="rect">
            <a:avLst/>
          </a:prstGeom>
          <a:solidFill>
            <a:srgbClr val="F8F9FA"/>
          </a:solidFill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47890" y="2676674"/>
            <a:ext cx="21633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47890" y="3244900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7890" y="3613100"/>
            <a:ext cx="2163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根据实际使用反馈不断优化你的技能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科普培训</dc:title>
  <dc:subject>面向产品经理的技能培训</dc:subject>
  <dc:creator>Agent Skills Training</dc:creator>
  <cp:lastModifiedBy>Agent Skills Training</cp:lastModifiedBy>
  <cp:revision>1</cp:revision>
  <dcterms:created xsi:type="dcterms:W3CDTF">2026-01-31T10:01:50Z</dcterms:created>
  <dcterms:modified xsi:type="dcterms:W3CDTF">2026-01-31T10:01:50Z</dcterms:modified>
</cp:coreProperties>
</file>